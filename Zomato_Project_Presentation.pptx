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Zomato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By: Vinay</a:t>
            </a:r>
          </a:p>
          <a:p>
            <a:r>
              <a:t>Course: 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restaurant data</a:t>
            </a:r>
          </a:p>
          <a:p>
            <a:r>
              <a:t>Find factors affecting ratings</a:t>
            </a:r>
          </a:p>
          <a:p>
            <a:r>
              <a:t>Study cost vs rating</a:t>
            </a:r>
          </a:p>
          <a:p>
            <a:r>
              <a:t>Find popular cuisines &amp; locations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Zomato Bangalore Dataset</a:t>
            </a:r>
          </a:p>
          <a:p>
            <a:r>
              <a:t>Source: Kaggle</a:t>
            </a:r>
          </a:p>
          <a:p>
            <a:r>
              <a:t>Features: Name, Location, Rating, Cost, Cuisines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Pandas, NumPy</a:t>
            </a:r>
          </a:p>
          <a:p>
            <a:r>
              <a:t>Matplotlib, Seaborn</a:t>
            </a:r>
          </a:p>
          <a:p>
            <a:r>
              <a:t>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Converted ratings</a:t>
            </a:r>
          </a:p>
          <a:p>
            <a:r>
              <a:t>Cleaned cost column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ratings between 3.5–4.5</a:t>
            </a:r>
          </a:p>
          <a:p>
            <a:r>
              <a:t>Indicates good satisfaction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DA460-A062-F005-F0A8-993CBA2F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66" y="2870216"/>
            <a:ext cx="4470170" cy="3495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Cuisines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cuisines dominate</a:t>
            </a:r>
          </a:p>
          <a:p>
            <a:r>
              <a:t>Shows customer preferences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8A87D-18FE-2E6F-602B-2A7CB8B49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95" y="2689908"/>
            <a:ext cx="5378929" cy="38783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vs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cost ≠ high rating</a:t>
            </a:r>
          </a:p>
          <a:p>
            <a:r>
              <a:t>Affordable places also good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B3D1D-7B56-3FC0-06EC-962A53E4F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35" y="2963917"/>
            <a:ext cx="4346496" cy="32476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Certain areas have more restaurants</a:t>
            </a:r>
          </a:p>
          <a:p>
            <a:r>
              <a:t>Food hubs identified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010E4-09D9-E9F2-AE75-CE969E190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08" y="2877207"/>
            <a:ext cx="5511499" cy="3627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Order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ordering slightly improves ratings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6C020-E98E-C90C-F656-5D2FC82EB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11" y="2554014"/>
            <a:ext cx="5744696" cy="33735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Power BI dashboard created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4F2C6-452A-A2E0-2A93-D05BDFE2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93" y="2396358"/>
            <a:ext cx="8229600" cy="36022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not main factor</a:t>
            </a:r>
          </a:p>
          <a:p>
            <a:r>
              <a:t>Cuisine &amp; location matter</a:t>
            </a:r>
          </a:p>
          <a:p>
            <a:r>
              <a:t>Data helps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analysis</a:t>
            </a:r>
          </a:p>
          <a:p>
            <a:r>
              <a:t>Recommendation system</a:t>
            </a:r>
          </a:p>
          <a:p>
            <a:r>
              <a:t>ML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</Words>
  <Application>Microsoft Office PowerPoint</Application>
  <PresentationFormat>On-screen Show (4:3)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Zomato Data Analysis</vt:lpstr>
      <vt:lpstr>Project Objective</vt:lpstr>
      <vt:lpstr>Dataset</vt:lpstr>
      <vt:lpstr>Tools Used</vt:lpstr>
      <vt:lpstr>Data Cleaning</vt:lpstr>
      <vt:lpstr>Ratings Analysis</vt:lpstr>
      <vt:lpstr>Top Cuisines</vt:lpstr>
      <vt:lpstr>Cost vs Rating</vt:lpstr>
      <vt:lpstr>Location Analysis</vt:lpstr>
      <vt:lpstr>Online Order Impact</vt:lpstr>
      <vt:lpstr>Dashboard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 Reddy</cp:lastModifiedBy>
  <cp:revision>2</cp:revision>
  <dcterms:created xsi:type="dcterms:W3CDTF">2013-01-27T09:14:16Z</dcterms:created>
  <dcterms:modified xsi:type="dcterms:W3CDTF">2026-03-31T01:48:21Z</dcterms:modified>
  <cp:category/>
</cp:coreProperties>
</file>